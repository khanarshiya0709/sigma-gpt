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62" r:id="rId9"/>
    <p:sldId id="263" r:id="rId10"/>
    <p:sldId id="281" r:id="rId11"/>
    <p:sldId id="264" r:id="rId12"/>
    <p:sldId id="265" r:id="rId13"/>
    <p:sldId id="266" r:id="rId14"/>
    <p:sldId id="267" r:id="rId15"/>
    <p:sldId id="283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0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07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40943-76CE-7FA1-58E8-AC08E02D4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C83BF-5EE4-B1E8-21A3-519AC6FA7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9E640-9F31-8B28-E026-072D91719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81046-815F-B37B-912D-0D40D030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E69A4-C9EA-7CFA-F49E-1E43D059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000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C690-142F-9153-3DF0-D19D60652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928A0-6A14-51C4-FACF-4B111412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E11A5-E1C1-C667-9677-C3DBEB95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C011A-6311-3D05-364B-2FBCE1C8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D8AFD-D2C8-1751-EAEC-D3E10932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96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FA78-0BCD-8127-4DCE-D6722F0E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AD8A5-4944-FAF1-DC43-5359F2D6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F9014-C62A-21FD-86F2-827FD99E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2A22F-269F-F08C-E1FE-B4200EDAF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0D710-2351-E27B-E11C-9CE9B426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4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3318-22E3-E19C-385F-E8825304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E189A-425E-9084-9B67-D8498A09F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E8214-FFD6-4BD8-AF95-01C5A418B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4BEBE-389B-C6C8-4740-A58DA717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0FFD9-4C8C-56B6-1322-D934CA2A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C1CA9-8FBC-0230-D13E-F2306D1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67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4D9B-EEC9-83D8-F84C-BF6F6206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C15CC-F145-0427-75CA-637D98EA0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29432-5880-BF7A-E1BD-00AE3B583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8EFC2F-D173-B061-7244-905120FA2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66DFA-ABBE-751B-B1F6-B58CCBC69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CF3AA-E963-EA4D-D1FC-A776807C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43BB25-A32D-A3EA-0DFE-F8A0AB3F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25317-F46D-82E1-B450-B8054E64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12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CBBB5-144F-7D48-3FEF-93F75DB9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8AD42-3721-F664-84C3-DC47E151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EEE85-41E7-C226-1849-43D83937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CBBF7-0A19-E712-E181-F946F2AB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94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D1167-2A9E-D048-BF80-94B503576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B1D86-B80E-3C43-529D-33FC950A4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D0565-446F-2E33-B8D1-1A87FBB6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14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CBC2-355E-2E8F-52B3-27B885D60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7153B-7170-7088-FE9F-AB7BC6114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11E05-DF6B-3859-C0B8-856D0BCC7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9DE84-65A2-05F6-5F62-C32BC3C5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40EA7-BF81-6261-7F51-862F49E0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3CB38-73EC-00A5-C789-5C303FD7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84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0A401-F82B-6451-DB5B-AC349A02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C4D37B-FF3B-008A-711C-0891A3328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FEDF0-A023-2570-2759-7EB94C2D3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882D0-AC54-ACF1-38EB-F75DEAB1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49C77-9244-379B-D957-8491C1F2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7905D-9254-4D60-D9A0-8706CDDE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127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4AE6-61BD-12CE-AE09-C7ABD7D8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83A6C-7240-2174-DF88-ED9340F0D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BE395-832E-A4DC-EAC2-215A0FA87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B5B0C-C7A8-6586-8FD7-FC0BA6D0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996D8-237F-8BC8-D84D-DE068D3F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79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DC00D9-11C1-754C-0874-1A501242C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165AF-D2F0-C92B-6BBA-A65F7A549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235E3-77DB-2767-DEA9-85F43C86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58C97-58B9-5A34-89EC-A9050CD5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04E2B-022C-75A8-C7B5-FBAAD08A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71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A9F787-A444-FC29-1A3F-6DB01448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9FC03-D002-7446-7358-0848BBC54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43C08-CE3F-6D82-E0FA-7EF46365B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A341B-44C3-4230-B5C3-E9A0CC658CC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2C734-52E8-E6B0-C6A1-C2285C8BA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1EE47-E59C-DC3E-9DB6-E7403A776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66DF2-5DBE-4467-A1BB-0603FEE90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12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BCE8AB-1D54-93F0-C2F7-507385FC1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9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DB4BA-2E6E-745C-56E5-48F904B74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1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CD11D-CD26-52F2-E04B-CB871D084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8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9D52D-CC7B-E710-CDC2-B84C904C8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90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61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EE50F-E430-175A-4C65-FDDE7CB3B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1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59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A48811-F7D2-0FF3-E647-5CD887CE3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80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B99FF-E79C-F1FB-DE62-E81F55759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00"/>
            <a:ext cx="12192000" cy="698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96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82F37A-6573-7B1A-570B-A23E54DF2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19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9D9E51-051F-2A0E-EF5A-3E8A1AB83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22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0B929-6E3E-CF8A-E768-ACC83DDE1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00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21AB0-7E30-3A32-6C33-5EAB75B9B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29" y="0"/>
            <a:ext cx="12315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0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BBD36A-39C1-DA3C-C549-886F7F92A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7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5E4CF-6743-173A-F173-36340FD84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457AA5-1108-1EEE-4C08-C82781B6C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44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F440D2-144E-66F2-2E85-FFC81CF69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1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02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EDF022-9D50-1D9C-A98C-ACE22049C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7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8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A3ACF4-0ABE-8AAB-446A-A48760C8F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739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15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7D54E-BB87-7E2F-29D5-1120941A8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4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54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ED27E-7A26-DD15-6C7D-664D82B5B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"/>
            <a:ext cx="12192000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99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F8BBAB-2A17-5A0B-B9BC-5129581B1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40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4EA19F-6B46-1155-8B66-773955EBA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37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3A2F7-7B4C-379F-0BC5-5F7436FEC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12192000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81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E13F7-9BD8-97CE-C9F9-67BA81035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"/>
            <a:ext cx="12192000" cy="68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83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86843F-6132-694F-5805-398022527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2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AB8637-79D0-E465-2914-FFFAC82E2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200"/>
            <a:ext cx="12694292" cy="70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86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1D38F3-4C19-508F-D2C7-525447D09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5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arshiyak0709@gmail.com</dc:creator>
  <cp:lastModifiedBy>arshiyak0709@gmail.com</cp:lastModifiedBy>
  <cp:revision>2</cp:revision>
  <dcterms:created xsi:type="dcterms:W3CDTF">2026-05-08T14:38:26Z</dcterms:created>
  <dcterms:modified xsi:type="dcterms:W3CDTF">2026-05-08T16:38:15Z</dcterms:modified>
</cp:coreProperties>
</file>